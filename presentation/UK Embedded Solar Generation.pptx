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12"/>
  </p:notesMasterIdLst>
  <p:handoutMasterIdLst>
    <p:handoutMasterId r:id="rId13"/>
  </p:handoutMasterIdLst>
  <p:sldIdLst>
    <p:sldId id="256" r:id="rId5"/>
    <p:sldId id="261" r:id="rId6"/>
    <p:sldId id="262" r:id="rId7"/>
    <p:sldId id="258" r:id="rId8"/>
    <p:sldId id="263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8" autoAdjust="0"/>
    <p:restoredTop sz="94648" autoAdjust="0"/>
  </p:normalViewPr>
  <p:slideViewPr>
    <p:cSldViewPr snapToGrid="0">
      <p:cViewPr varScale="1">
        <p:scale>
          <a:sx n="85" d="100"/>
          <a:sy n="85" d="100"/>
        </p:scale>
        <p:origin x="45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9C16A6-8C48-4165-8DAF-8C957C12A8F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2_2" csCatId="accent2" phldr="1"/>
      <dgm:spPr/>
    </dgm:pt>
    <dgm:pt modelId="{701D68F5-42F8-47BC-8FED-84C50F595DF0}">
      <dgm:prSet phldrT="[Text]"/>
      <dgm:spPr/>
      <dgm:t>
        <a:bodyPr/>
        <a:lstStyle/>
        <a:p>
          <a:r>
            <a:rPr lang="en-ZA" dirty="0"/>
            <a:t>Network</a:t>
          </a:r>
          <a:endParaRPr lang="en-US" dirty="0"/>
        </a:p>
      </dgm:t>
    </dgm:pt>
    <dgm:pt modelId="{9617668C-C38C-4017-8DDF-37855B15D110}" type="parTrans" cxnId="{C4BA385D-31ED-40EF-A5D6-98DFBA64E71A}">
      <dgm:prSet/>
      <dgm:spPr/>
      <dgm:t>
        <a:bodyPr/>
        <a:lstStyle/>
        <a:p>
          <a:endParaRPr lang="en-US"/>
        </a:p>
      </dgm:t>
    </dgm:pt>
    <dgm:pt modelId="{0C95B389-AC0C-4055-9AA3-38815EFC8B0A}" type="sibTrans" cxnId="{C4BA385D-31ED-40EF-A5D6-98DFBA64E71A}">
      <dgm:prSet/>
      <dgm:spPr/>
      <dgm:t>
        <a:bodyPr/>
        <a:lstStyle/>
        <a:p>
          <a:endParaRPr lang="en-US"/>
        </a:p>
      </dgm:t>
    </dgm:pt>
    <dgm:pt modelId="{91A66877-AC1C-46D9-BF2C-6024B638DEA9}">
      <dgm:prSet phldrT="[Text]"/>
      <dgm:spPr/>
      <dgm:t>
        <a:bodyPr/>
        <a:lstStyle/>
        <a:p>
          <a:r>
            <a:rPr lang="en-US" dirty="0"/>
            <a:t>Satellite</a:t>
          </a:r>
        </a:p>
      </dgm:t>
    </dgm:pt>
    <dgm:pt modelId="{913FED05-DF41-48A7-B1F8-81937A468EF9}" type="parTrans" cxnId="{7F0DAB6F-9257-4F2D-B31A-3418F73F6952}">
      <dgm:prSet/>
      <dgm:spPr/>
      <dgm:t>
        <a:bodyPr/>
        <a:lstStyle/>
        <a:p>
          <a:endParaRPr lang="en-US"/>
        </a:p>
      </dgm:t>
    </dgm:pt>
    <dgm:pt modelId="{BFCE4A28-C381-46FF-935A-B11534EF7D87}" type="sibTrans" cxnId="{7F0DAB6F-9257-4F2D-B31A-3418F73F6952}">
      <dgm:prSet/>
      <dgm:spPr/>
      <dgm:t>
        <a:bodyPr/>
        <a:lstStyle/>
        <a:p>
          <a:endParaRPr lang="en-US"/>
        </a:p>
      </dgm:t>
    </dgm:pt>
    <dgm:pt modelId="{76CC3289-2662-43F0-A3C6-BA04A135F08C}">
      <dgm:prSet phldrT="[Text]"/>
      <dgm:spPr/>
      <dgm:t>
        <a:bodyPr/>
        <a:lstStyle/>
        <a:p>
          <a:r>
            <a:rPr lang="en-US" dirty="0"/>
            <a:t>Link</a:t>
          </a:r>
        </a:p>
      </dgm:t>
    </dgm:pt>
    <dgm:pt modelId="{D46DB4DA-1442-4ECE-89FE-BBB1E3489E3D}" type="parTrans" cxnId="{0400886E-8A1A-44C2-95A7-DB0EF4911494}">
      <dgm:prSet/>
      <dgm:spPr/>
      <dgm:t>
        <a:bodyPr/>
        <a:lstStyle/>
        <a:p>
          <a:endParaRPr lang="en-US"/>
        </a:p>
      </dgm:t>
    </dgm:pt>
    <dgm:pt modelId="{FA28C9D6-476E-43CD-BA23-D6D990FD78D0}" type="sibTrans" cxnId="{0400886E-8A1A-44C2-95A7-DB0EF4911494}">
      <dgm:prSet/>
      <dgm:spPr/>
      <dgm:t>
        <a:bodyPr/>
        <a:lstStyle/>
        <a:p>
          <a:endParaRPr lang="en-US"/>
        </a:p>
      </dgm:t>
    </dgm:pt>
    <dgm:pt modelId="{8994D886-A75F-411A-A9D7-D31991FF12BD}" type="pres">
      <dgm:prSet presAssocID="{7D9C16A6-8C48-4165-8DAF-8C957C12A8FA}" presName="root" presStyleCnt="0">
        <dgm:presLayoutVars>
          <dgm:dir/>
          <dgm:resizeHandles val="exact"/>
        </dgm:presLayoutVars>
      </dgm:prSet>
      <dgm:spPr/>
    </dgm:pt>
    <dgm:pt modelId="{E1DBA6D5-BD14-4CD2-A0CC-80F867FEFA81}" type="pres">
      <dgm:prSet presAssocID="{701D68F5-42F8-47BC-8FED-84C50F595DF0}" presName="compNode" presStyleCnt="0"/>
      <dgm:spPr/>
    </dgm:pt>
    <dgm:pt modelId="{19A8DC21-3E65-409D-AD53-DA51BB9198A0}" type="pres">
      <dgm:prSet presAssocID="{701D68F5-42F8-47BC-8FED-84C50F595DF0}" presName="iconRect" presStyleLbl="node1" presStyleIdx="0" presStyleCnt="3" custScaleX="157625" custScaleY="15762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B9F90A48-FF94-4C94-A587-0190406F6FD3}" type="pres">
      <dgm:prSet presAssocID="{701D68F5-42F8-47BC-8FED-84C50F595DF0}" presName="spaceRect" presStyleCnt="0"/>
      <dgm:spPr/>
    </dgm:pt>
    <dgm:pt modelId="{A99B5DD6-89E9-4537-B415-4205CEB9323A}" type="pres">
      <dgm:prSet presAssocID="{701D68F5-42F8-47BC-8FED-84C50F595DF0}" presName="textRect" presStyleLbl="revTx" presStyleIdx="0" presStyleCnt="3">
        <dgm:presLayoutVars>
          <dgm:chMax val="1"/>
          <dgm:chPref val="1"/>
        </dgm:presLayoutVars>
      </dgm:prSet>
      <dgm:spPr/>
    </dgm:pt>
    <dgm:pt modelId="{8B391436-B9B0-45BD-A57F-792D6376D868}" type="pres">
      <dgm:prSet presAssocID="{0C95B389-AC0C-4055-9AA3-38815EFC8B0A}" presName="sibTrans" presStyleCnt="0"/>
      <dgm:spPr/>
    </dgm:pt>
    <dgm:pt modelId="{95872155-C45D-46D3-874C-D838089A06F8}" type="pres">
      <dgm:prSet presAssocID="{91A66877-AC1C-46D9-BF2C-6024B638DEA9}" presName="compNode" presStyleCnt="0"/>
      <dgm:spPr/>
    </dgm:pt>
    <dgm:pt modelId="{CE9DF0E8-B0DE-4E1E-9FF4-6006AD8428DB}" type="pres">
      <dgm:prSet presAssocID="{91A66877-AC1C-46D9-BF2C-6024B638DEA9}" presName="iconRect" presStyleLbl="node1" presStyleIdx="1" presStyleCnt="3" custScaleX="157625" custScaleY="15762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"/>
        </a:ext>
      </dgm:extLst>
    </dgm:pt>
    <dgm:pt modelId="{AA0423A1-55B2-45E9-BFE7-3FBE5BDA65ED}" type="pres">
      <dgm:prSet presAssocID="{91A66877-AC1C-46D9-BF2C-6024B638DEA9}" presName="spaceRect" presStyleCnt="0"/>
      <dgm:spPr/>
    </dgm:pt>
    <dgm:pt modelId="{55120873-6F5C-4053-8EAD-6287A7F1097E}" type="pres">
      <dgm:prSet presAssocID="{91A66877-AC1C-46D9-BF2C-6024B638DEA9}" presName="textRect" presStyleLbl="revTx" presStyleIdx="1" presStyleCnt="3">
        <dgm:presLayoutVars>
          <dgm:chMax val="1"/>
          <dgm:chPref val="1"/>
        </dgm:presLayoutVars>
      </dgm:prSet>
      <dgm:spPr/>
    </dgm:pt>
    <dgm:pt modelId="{F679C986-30E4-4F0A-A3A6-CAE528BFED76}" type="pres">
      <dgm:prSet presAssocID="{BFCE4A28-C381-46FF-935A-B11534EF7D87}" presName="sibTrans" presStyleCnt="0"/>
      <dgm:spPr/>
    </dgm:pt>
    <dgm:pt modelId="{2EC2FDE3-8908-45C7-A3FD-EB370213FE69}" type="pres">
      <dgm:prSet presAssocID="{76CC3289-2662-43F0-A3C6-BA04A135F08C}" presName="compNode" presStyleCnt="0"/>
      <dgm:spPr/>
    </dgm:pt>
    <dgm:pt modelId="{6DB1FE51-13D0-4A38-AD6E-48D4371A1AF3}" type="pres">
      <dgm:prSet presAssocID="{76CC3289-2662-43F0-A3C6-BA04A135F08C}" presName="iconRect" presStyleLbl="node1" presStyleIdx="2" presStyleCnt="3" custScaleX="157625" custScaleY="15762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0928538A-05CC-4A79-BD5D-92F985D1EEE5}" type="pres">
      <dgm:prSet presAssocID="{76CC3289-2662-43F0-A3C6-BA04A135F08C}" presName="spaceRect" presStyleCnt="0"/>
      <dgm:spPr/>
    </dgm:pt>
    <dgm:pt modelId="{133097FC-B1F8-4953-B0AB-E8E73D968D1C}" type="pres">
      <dgm:prSet presAssocID="{76CC3289-2662-43F0-A3C6-BA04A135F08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B8CB22C-9648-419B-97E9-4AA6C3555723}" type="presOf" srcId="{701D68F5-42F8-47BC-8FED-84C50F595DF0}" destId="{A99B5DD6-89E9-4537-B415-4205CEB9323A}" srcOrd="0" destOrd="0" presId="urn:microsoft.com/office/officeart/2018/2/layout/IconLabelList"/>
    <dgm:cxn modelId="{C4BA385D-31ED-40EF-A5D6-98DFBA64E71A}" srcId="{7D9C16A6-8C48-4165-8DAF-8C957C12A8FA}" destId="{701D68F5-42F8-47BC-8FED-84C50F595DF0}" srcOrd="0" destOrd="0" parTransId="{9617668C-C38C-4017-8DDF-37855B15D110}" sibTransId="{0C95B389-AC0C-4055-9AA3-38815EFC8B0A}"/>
    <dgm:cxn modelId="{5574CC64-4BF2-43BE-BABC-6DF1E58A4C74}" type="presOf" srcId="{7D9C16A6-8C48-4165-8DAF-8C957C12A8FA}" destId="{8994D886-A75F-411A-A9D7-D31991FF12BD}" srcOrd="0" destOrd="0" presId="urn:microsoft.com/office/officeart/2018/2/layout/IconLabelList"/>
    <dgm:cxn modelId="{0400886E-8A1A-44C2-95A7-DB0EF4911494}" srcId="{7D9C16A6-8C48-4165-8DAF-8C957C12A8FA}" destId="{76CC3289-2662-43F0-A3C6-BA04A135F08C}" srcOrd="2" destOrd="0" parTransId="{D46DB4DA-1442-4ECE-89FE-BBB1E3489E3D}" sibTransId="{FA28C9D6-476E-43CD-BA23-D6D990FD78D0}"/>
    <dgm:cxn modelId="{7F0DAB6F-9257-4F2D-B31A-3418F73F6952}" srcId="{7D9C16A6-8C48-4165-8DAF-8C957C12A8FA}" destId="{91A66877-AC1C-46D9-BF2C-6024B638DEA9}" srcOrd="1" destOrd="0" parTransId="{913FED05-DF41-48A7-B1F8-81937A468EF9}" sibTransId="{BFCE4A28-C381-46FF-935A-B11534EF7D87}"/>
    <dgm:cxn modelId="{EC5C6E85-C523-4B60-976B-342F12E3A6CB}" type="presOf" srcId="{91A66877-AC1C-46D9-BF2C-6024B638DEA9}" destId="{55120873-6F5C-4053-8EAD-6287A7F1097E}" srcOrd="0" destOrd="0" presId="urn:microsoft.com/office/officeart/2018/2/layout/IconLabelList"/>
    <dgm:cxn modelId="{6E31C6AB-C9E6-448F-A8CC-566A63619D4D}" type="presOf" srcId="{76CC3289-2662-43F0-A3C6-BA04A135F08C}" destId="{133097FC-B1F8-4953-B0AB-E8E73D968D1C}" srcOrd="0" destOrd="0" presId="urn:microsoft.com/office/officeart/2018/2/layout/IconLabelList"/>
    <dgm:cxn modelId="{2AD6E781-3ED2-484E-B438-73386D2C583D}" type="presParOf" srcId="{8994D886-A75F-411A-A9D7-D31991FF12BD}" destId="{E1DBA6D5-BD14-4CD2-A0CC-80F867FEFA81}" srcOrd="0" destOrd="0" presId="urn:microsoft.com/office/officeart/2018/2/layout/IconLabelList"/>
    <dgm:cxn modelId="{10B2B212-528C-471D-ABD0-D66ED992B833}" type="presParOf" srcId="{E1DBA6D5-BD14-4CD2-A0CC-80F867FEFA81}" destId="{19A8DC21-3E65-409D-AD53-DA51BB9198A0}" srcOrd="0" destOrd="0" presId="urn:microsoft.com/office/officeart/2018/2/layout/IconLabelList"/>
    <dgm:cxn modelId="{2A8FB3D0-F98B-4F5A-BACA-4315E38776FB}" type="presParOf" srcId="{E1DBA6D5-BD14-4CD2-A0CC-80F867FEFA81}" destId="{B9F90A48-FF94-4C94-A587-0190406F6FD3}" srcOrd="1" destOrd="0" presId="urn:microsoft.com/office/officeart/2018/2/layout/IconLabelList"/>
    <dgm:cxn modelId="{95FEF629-9884-451C-89B4-41B897ABE3D6}" type="presParOf" srcId="{E1DBA6D5-BD14-4CD2-A0CC-80F867FEFA81}" destId="{A99B5DD6-89E9-4537-B415-4205CEB9323A}" srcOrd="2" destOrd="0" presId="urn:microsoft.com/office/officeart/2018/2/layout/IconLabelList"/>
    <dgm:cxn modelId="{0FE6827F-DE80-4F8A-8E9D-7F88C0F7EF29}" type="presParOf" srcId="{8994D886-A75F-411A-A9D7-D31991FF12BD}" destId="{8B391436-B9B0-45BD-A57F-792D6376D868}" srcOrd="1" destOrd="0" presId="urn:microsoft.com/office/officeart/2018/2/layout/IconLabelList"/>
    <dgm:cxn modelId="{4857BE3A-D518-473D-AC79-7B9BF18B9824}" type="presParOf" srcId="{8994D886-A75F-411A-A9D7-D31991FF12BD}" destId="{95872155-C45D-46D3-874C-D838089A06F8}" srcOrd="2" destOrd="0" presId="urn:microsoft.com/office/officeart/2018/2/layout/IconLabelList"/>
    <dgm:cxn modelId="{B4B325C4-81F2-4B3E-8CBF-4532B0BFA343}" type="presParOf" srcId="{95872155-C45D-46D3-874C-D838089A06F8}" destId="{CE9DF0E8-B0DE-4E1E-9FF4-6006AD8428DB}" srcOrd="0" destOrd="0" presId="urn:microsoft.com/office/officeart/2018/2/layout/IconLabelList"/>
    <dgm:cxn modelId="{0AE6D335-6E55-47E1-BAD8-0368620AB8F6}" type="presParOf" srcId="{95872155-C45D-46D3-874C-D838089A06F8}" destId="{AA0423A1-55B2-45E9-BFE7-3FBE5BDA65ED}" srcOrd="1" destOrd="0" presId="urn:microsoft.com/office/officeart/2018/2/layout/IconLabelList"/>
    <dgm:cxn modelId="{AFEE8CCD-97FE-4EFA-A584-DF6AFDAD2B20}" type="presParOf" srcId="{95872155-C45D-46D3-874C-D838089A06F8}" destId="{55120873-6F5C-4053-8EAD-6287A7F1097E}" srcOrd="2" destOrd="0" presId="urn:microsoft.com/office/officeart/2018/2/layout/IconLabelList"/>
    <dgm:cxn modelId="{26649F18-C204-4047-8300-905486AB3755}" type="presParOf" srcId="{8994D886-A75F-411A-A9D7-D31991FF12BD}" destId="{F679C986-30E4-4F0A-A3A6-CAE528BFED76}" srcOrd="3" destOrd="0" presId="urn:microsoft.com/office/officeart/2018/2/layout/IconLabelList"/>
    <dgm:cxn modelId="{898D629F-DA37-435F-A0B2-0617605D711A}" type="presParOf" srcId="{8994D886-A75F-411A-A9D7-D31991FF12BD}" destId="{2EC2FDE3-8908-45C7-A3FD-EB370213FE69}" srcOrd="4" destOrd="0" presId="urn:microsoft.com/office/officeart/2018/2/layout/IconLabelList"/>
    <dgm:cxn modelId="{2BDADB1C-15B1-4763-9B35-3792147F8F87}" type="presParOf" srcId="{2EC2FDE3-8908-45C7-A3FD-EB370213FE69}" destId="{6DB1FE51-13D0-4A38-AD6E-48D4371A1AF3}" srcOrd="0" destOrd="0" presId="urn:microsoft.com/office/officeart/2018/2/layout/IconLabelList"/>
    <dgm:cxn modelId="{F692F1E6-C6EC-4391-8432-EB6C34194240}" type="presParOf" srcId="{2EC2FDE3-8908-45C7-A3FD-EB370213FE69}" destId="{0928538A-05CC-4A79-BD5D-92F985D1EEE5}" srcOrd="1" destOrd="0" presId="urn:microsoft.com/office/officeart/2018/2/layout/IconLabelList"/>
    <dgm:cxn modelId="{0E6AF6C4-A4E5-4234-9E16-F9F2334264CD}" type="presParOf" srcId="{2EC2FDE3-8908-45C7-A3FD-EB370213FE69}" destId="{133097FC-B1F8-4953-B0AB-E8E73D968D1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750AC01-D39D-4F3A-9DC8-2A211EE986A2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Cloud	</a:t>
          </a:r>
        </a:p>
      </dgm:t>
    </dgm:pt>
    <dgm:pt modelId="{720680DC-AAA4-4434-A582-60EBCC5BA355}" type="parTrans" cxnId="{0B5DAE5F-BCDC-4BF7-A6E7-CF856886A64D}">
      <dgm:prSet/>
      <dgm:spPr/>
      <dgm:t>
        <a:bodyPr/>
        <a:lstStyle/>
        <a:p>
          <a:endParaRPr lang="en-US"/>
        </a:p>
      </dgm:t>
    </dgm:pt>
    <dgm:pt modelId="{CA077D98-8478-47EA-B6A9-99ACE60C64D4}" type="sibTrans" cxnId="{0B5DAE5F-BCDC-4BF7-A6E7-CF856886A64D}">
      <dgm:prSet/>
      <dgm:spPr/>
      <dgm:t>
        <a:bodyPr/>
        <a:lstStyle/>
        <a:p>
          <a:endParaRPr lang="en-US"/>
        </a:p>
      </dgm:t>
    </dgm:pt>
    <dgm:pt modelId="{0BEF68B8-1228-47BB-83B5-7B9CD1E3F84E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Local</a:t>
          </a:r>
        </a:p>
      </dgm:t>
    </dgm:pt>
    <dgm:pt modelId="{ED3A4BC2-B75A-4952-A38B-A42B5995DF05}" type="parTrans" cxnId="{EDEF4F82-1237-4639-A0F7-385C1897CE66}">
      <dgm:prSet/>
      <dgm:spPr/>
      <dgm:t>
        <a:bodyPr/>
        <a:lstStyle/>
        <a:p>
          <a:endParaRPr lang="en-US"/>
        </a:p>
      </dgm:t>
    </dgm:pt>
    <dgm:pt modelId="{FD949706-EDCC-4ADC-8EDF-8EDA49C92325}" type="sibTrans" cxnId="{EDEF4F82-1237-4639-A0F7-385C1897CE66}">
      <dgm:prSet/>
      <dgm:spPr/>
      <dgm:t>
        <a:bodyPr/>
        <a:lstStyle/>
        <a:p>
          <a:endParaRPr lang="en-US"/>
        </a:p>
      </dgm:t>
    </dgm:pt>
    <dgm:pt modelId="{5605D28D-2CE6-4513-8566-952984E21E14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Hybrid</a:t>
          </a:r>
        </a:p>
      </dgm:t>
    </dgm:pt>
    <dgm:pt modelId="{EB15AB98-362B-4E70-A3DA-995FC3E8BA79}" type="parTrans" cxnId="{FAF3F884-F0CF-440F-8CB1-B7648AB1B138}">
      <dgm:prSet/>
      <dgm:spPr/>
      <dgm:t>
        <a:bodyPr/>
        <a:lstStyle/>
        <a:p>
          <a:endParaRPr lang="en-US"/>
        </a:p>
      </dgm:t>
    </dgm:pt>
    <dgm:pt modelId="{823D1971-2C4D-4EC5-A874-2F463DE37109}" type="sibTrans" cxnId="{FAF3F884-F0CF-440F-8CB1-B7648AB1B138}">
      <dgm:prSet/>
      <dgm:spPr/>
      <dgm:t>
        <a:bodyPr/>
        <a:lstStyle/>
        <a:p>
          <a:endParaRPr lang="en-US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3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3"/>
      <dgm:spPr/>
    </dgm:pt>
    <dgm:pt modelId="{429CABD1-4116-474B-81BF-735E2CA9DD00}" type="pres">
      <dgm:prSet presAssocID="{7E5AA53B-3EEE-4DE4-BB81-9044890C2946}" presName="dstNode" presStyleLbl="node1" presStyleIdx="0" presStyleCnt="3"/>
      <dgm:spPr/>
    </dgm:pt>
    <dgm:pt modelId="{58319267-C71E-43C9-94E1-827D0616C7A7}" type="pres">
      <dgm:prSet presAssocID="{6750AC01-D39D-4F3A-9DC8-2A211EE986A2}" presName="text_1" presStyleLbl="node1" presStyleIdx="0" presStyleCnt="3">
        <dgm:presLayoutVars>
          <dgm:bulletEnabled val="1"/>
        </dgm:presLayoutVars>
      </dgm:prSet>
      <dgm:spPr/>
    </dgm:pt>
    <dgm:pt modelId="{79F9B8A9-2412-4B74-84A9-69422DB81CDC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3"/>
      <dgm:spPr/>
    </dgm:pt>
    <dgm:pt modelId="{95DE6538-27BD-44AF-A1A8-CA8F6B10FDD2}" type="pres">
      <dgm:prSet presAssocID="{0BEF68B8-1228-47BB-83B5-7B9CD1E3F84E}" presName="text_2" presStyleLbl="node1" presStyleIdx="1" presStyleCnt="3">
        <dgm:presLayoutVars>
          <dgm:bulletEnabled val="1"/>
        </dgm:presLayoutVars>
      </dgm:prSet>
      <dgm:spPr/>
    </dgm:pt>
    <dgm:pt modelId="{312BDEE8-85BD-4F02-B35B-2CC8E701C98B}" type="pres">
      <dgm:prSet presAssocID="{0BEF68B8-1228-47BB-83B5-7B9CD1E3F84E}" presName="accent_2" presStyleCnt="0"/>
      <dgm:spPr/>
    </dgm:pt>
    <dgm:pt modelId="{3F8116AC-FAC3-4E95-9865-93CCFEB191B9}" type="pres">
      <dgm:prSet presAssocID="{0BEF68B8-1228-47BB-83B5-7B9CD1E3F84E}" presName="accentRepeatNode" presStyleLbl="solidFgAcc1" presStyleIdx="1" presStyleCnt="3"/>
      <dgm:spPr/>
    </dgm:pt>
    <dgm:pt modelId="{E131CE4A-9776-44F4-BC03-867682E21374}" type="pres">
      <dgm:prSet presAssocID="{5605D28D-2CE6-4513-8566-952984E21E14}" presName="text_3" presStyleLbl="node1" presStyleIdx="2" presStyleCnt="3">
        <dgm:presLayoutVars>
          <dgm:bulletEnabled val="1"/>
        </dgm:presLayoutVars>
      </dgm:prSet>
      <dgm:spPr/>
    </dgm:pt>
    <dgm:pt modelId="{AC9A216A-8375-48F9-A4E6-8E0B64C0209B}" type="pres">
      <dgm:prSet presAssocID="{5605D28D-2CE6-4513-8566-952984E21E14}" presName="accent_3" presStyleCnt="0"/>
      <dgm:spPr/>
    </dgm:pt>
    <dgm:pt modelId="{A965097E-32F1-4AB8-8C4E-2814A7596B2F}" type="pres">
      <dgm:prSet presAssocID="{5605D28D-2CE6-4513-8566-952984E21E14}" presName="accentRepeatNode" presStyleLbl="solidFgAcc1" presStyleIdx="2" presStyleCnt="3"/>
      <dgm:spPr/>
    </dgm:pt>
  </dgm:ptLst>
  <dgm:cxnLst>
    <dgm:cxn modelId="{A11E3B12-1828-45A7-86C3-BB85832DF84D}" type="presOf" srcId="{CA077D98-8478-47EA-B6A9-99ACE60C64D4}" destId="{D79B43FC-100B-4A0D-A4D5-0D2D04B99064}" srcOrd="0" destOrd="0" presId="urn:microsoft.com/office/officeart/2008/layout/VerticalCurvedList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29DA474E-5DFA-4C66-882F-319C49ABBB19}" type="presOf" srcId="{6750AC01-D39D-4F3A-9DC8-2A211EE986A2}" destId="{58319267-C71E-43C9-94E1-827D0616C7A7}" srcOrd="0" destOrd="0" presId="urn:microsoft.com/office/officeart/2008/layout/VerticalCurvedList"/>
    <dgm:cxn modelId="{7084AA77-BACB-46CB-AE4A-77B62D3ED1AF}" type="presOf" srcId="{5605D28D-2CE6-4513-8566-952984E21E14}" destId="{E131CE4A-9776-44F4-BC03-867682E21374}" srcOrd="0" destOrd="0" presId="urn:microsoft.com/office/officeart/2008/layout/VerticalCurvedList"/>
    <dgm:cxn modelId="{EDEF4F82-1237-4639-A0F7-385C1897CE66}" srcId="{7E5AA53B-3EEE-4DE4-BB81-9044890C2946}" destId="{0BEF68B8-1228-47BB-83B5-7B9CD1E3F84E}" srcOrd="1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2" destOrd="0" parTransId="{EB15AB98-362B-4E70-A3DA-995FC3E8BA79}" sibTransId="{823D1971-2C4D-4EC5-A874-2F463DE37109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4A378892-5CCC-4F0D-8A38-4BEAECF30F24}" type="presOf" srcId="{0BEF68B8-1228-47BB-83B5-7B9CD1E3F84E}" destId="{95DE6538-27BD-44AF-A1A8-CA8F6B10FDD2}" srcOrd="0" destOrd="0" presId="urn:microsoft.com/office/officeart/2008/layout/VerticalCurvedList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8110BB8-F33F-498C-9A75-98364B05EFA5}" type="presParOf" srcId="{90561C55-3C6E-4D53-85E1-2C50BCDDA392}" destId="{58319267-C71E-43C9-94E1-827D0616C7A7}" srcOrd="1" destOrd="0" presId="urn:microsoft.com/office/officeart/2008/layout/VerticalCurvedList"/>
    <dgm:cxn modelId="{3866F6C9-5521-48F2-B6C3-40C9896E1605}" type="presParOf" srcId="{90561C55-3C6E-4D53-85E1-2C50BCDDA392}" destId="{79F9B8A9-2412-4B74-84A9-69422DB81CDC}" srcOrd="2" destOrd="0" presId="urn:microsoft.com/office/officeart/2008/layout/VerticalCurvedList"/>
    <dgm:cxn modelId="{D2205A4F-BB7A-4399-BC2F-78E18EC6EAFE}" type="presParOf" srcId="{79F9B8A9-2412-4B74-84A9-69422DB81CDC}" destId="{07CB3071-D555-47DA-A36A-69EB91531FD8}" srcOrd="0" destOrd="0" presId="urn:microsoft.com/office/officeart/2008/layout/VerticalCurvedList"/>
    <dgm:cxn modelId="{602753E6-8A03-492B-861A-6B9532B5AA28}" type="presParOf" srcId="{90561C55-3C6E-4D53-85E1-2C50BCDDA392}" destId="{95DE6538-27BD-44AF-A1A8-CA8F6B10FDD2}" srcOrd="3" destOrd="0" presId="urn:microsoft.com/office/officeart/2008/layout/VerticalCurvedList"/>
    <dgm:cxn modelId="{AEC540A3-E86A-4075-8BE4-263F4AFF4EA1}" type="presParOf" srcId="{90561C55-3C6E-4D53-85E1-2C50BCDDA392}" destId="{312BDEE8-85BD-4F02-B35B-2CC8E701C98B}" srcOrd="4" destOrd="0" presId="urn:microsoft.com/office/officeart/2008/layout/VerticalCurvedList"/>
    <dgm:cxn modelId="{CD5D1014-B7CB-4B47-9A02-5FBF90928A73}" type="presParOf" srcId="{312BDEE8-85BD-4F02-B35B-2CC8E701C98B}" destId="{3F8116AC-FAC3-4E95-9865-93CCFEB191B9}" srcOrd="0" destOrd="0" presId="urn:microsoft.com/office/officeart/2008/layout/VerticalCurvedList"/>
    <dgm:cxn modelId="{987EB7C0-CA3E-4874-85E0-01E9060A2D35}" type="presParOf" srcId="{90561C55-3C6E-4D53-85E1-2C50BCDDA392}" destId="{E131CE4A-9776-44F4-BC03-867682E21374}" srcOrd="5" destOrd="0" presId="urn:microsoft.com/office/officeart/2008/layout/VerticalCurvedList"/>
    <dgm:cxn modelId="{91E55363-8DCA-455E-A203-06A9410994CB}" type="presParOf" srcId="{90561C55-3C6E-4D53-85E1-2C50BCDDA392}" destId="{AC9A216A-8375-48F9-A4E6-8E0B64C0209B}" srcOrd="6" destOrd="0" presId="urn:microsoft.com/office/officeart/2008/layout/VerticalCurvedList"/>
    <dgm:cxn modelId="{D866D586-1293-4049-B6E3-B467C1D5ED64}" type="presParOf" srcId="{AC9A216A-8375-48F9-A4E6-8E0B64C0209B}" destId="{A965097E-32F1-4AB8-8C4E-2814A7596B2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A8DC21-3E65-409D-AD53-DA51BB9198A0}">
      <dsp:nvSpPr>
        <dsp:cNvPr id="0" name=""/>
        <dsp:cNvSpPr/>
      </dsp:nvSpPr>
      <dsp:spPr>
        <a:xfrm>
          <a:off x="523237" y="494935"/>
          <a:ext cx="2285995" cy="22859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B5DD6-89E9-4537-B415-4205CEB9323A}">
      <dsp:nvSpPr>
        <dsp:cNvPr id="0" name=""/>
        <dsp:cNvSpPr/>
      </dsp:nvSpPr>
      <dsp:spPr>
        <a:xfrm>
          <a:off x="54818" y="274626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600" kern="1200" dirty="0"/>
            <a:t>Network</a:t>
          </a:r>
          <a:endParaRPr lang="en-US" sz="3600" kern="1200" dirty="0"/>
        </a:p>
      </dsp:txBody>
      <dsp:txXfrm>
        <a:off x="54818" y="2746269"/>
        <a:ext cx="3222832" cy="720000"/>
      </dsp:txXfrm>
    </dsp:sp>
    <dsp:sp modelId="{CE9DF0E8-B0DE-4E1E-9FF4-6006AD8428DB}">
      <dsp:nvSpPr>
        <dsp:cNvPr id="0" name=""/>
        <dsp:cNvSpPr/>
      </dsp:nvSpPr>
      <dsp:spPr>
        <a:xfrm>
          <a:off x="4310064" y="494935"/>
          <a:ext cx="2285995" cy="22859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120873-6F5C-4053-8EAD-6287A7F1097E}">
      <dsp:nvSpPr>
        <dsp:cNvPr id="0" name=""/>
        <dsp:cNvSpPr/>
      </dsp:nvSpPr>
      <dsp:spPr>
        <a:xfrm>
          <a:off x="3841646" y="274626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Satellite</a:t>
          </a:r>
        </a:p>
      </dsp:txBody>
      <dsp:txXfrm>
        <a:off x="3841646" y="2746269"/>
        <a:ext cx="3222832" cy="720000"/>
      </dsp:txXfrm>
    </dsp:sp>
    <dsp:sp modelId="{6DB1FE51-13D0-4A38-AD6E-48D4371A1AF3}">
      <dsp:nvSpPr>
        <dsp:cNvPr id="0" name=""/>
        <dsp:cNvSpPr/>
      </dsp:nvSpPr>
      <dsp:spPr>
        <a:xfrm>
          <a:off x="8096892" y="494935"/>
          <a:ext cx="2285995" cy="228599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097FC-B1F8-4953-B0AB-E8E73D968D1C}">
      <dsp:nvSpPr>
        <dsp:cNvPr id="0" name=""/>
        <dsp:cNvSpPr/>
      </dsp:nvSpPr>
      <dsp:spPr>
        <a:xfrm>
          <a:off x="7628474" y="274626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Link</a:t>
          </a:r>
        </a:p>
      </dsp:txBody>
      <dsp:txXfrm>
        <a:off x="7628474" y="2746269"/>
        <a:ext cx="322283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19267-C71E-43C9-94E1-827D0616C7A7}">
      <dsp:nvSpPr>
        <dsp:cNvPr id="0" name=""/>
        <dsp:cNvSpPr/>
      </dsp:nvSpPr>
      <dsp:spPr>
        <a:xfrm>
          <a:off x="496568" y="356393"/>
          <a:ext cx="6310391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Cloud	</a:t>
          </a:r>
        </a:p>
      </dsp:txBody>
      <dsp:txXfrm>
        <a:off x="496568" y="356393"/>
        <a:ext cx="6310391" cy="712787"/>
      </dsp:txXfrm>
    </dsp:sp>
    <dsp:sp modelId="{07CB3071-D555-47DA-A36A-69EB91531FD8}">
      <dsp:nvSpPr>
        <dsp:cNvPr id="0" name=""/>
        <dsp:cNvSpPr/>
      </dsp:nvSpPr>
      <dsp:spPr>
        <a:xfrm>
          <a:off x="51076" y="267295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E6538-27BD-44AF-A1A8-CA8F6B10FDD2}">
      <dsp:nvSpPr>
        <dsp:cNvPr id="0" name=""/>
        <dsp:cNvSpPr/>
      </dsp:nvSpPr>
      <dsp:spPr>
        <a:xfrm>
          <a:off x="755666" y="1425575"/>
          <a:ext cx="6051292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Local</a:t>
          </a:r>
        </a:p>
      </dsp:txBody>
      <dsp:txXfrm>
        <a:off x="755666" y="1425575"/>
        <a:ext cx="6051292" cy="712787"/>
      </dsp:txXfrm>
    </dsp:sp>
    <dsp:sp modelId="{3F8116AC-FAC3-4E95-9865-93CCFEB191B9}">
      <dsp:nvSpPr>
        <dsp:cNvPr id="0" name=""/>
        <dsp:cNvSpPr/>
      </dsp:nvSpPr>
      <dsp:spPr>
        <a:xfrm>
          <a:off x="310174" y="1336476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1CE4A-9776-44F4-BC03-867682E21374}">
      <dsp:nvSpPr>
        <dsp:cNvPr id="0" name=""/>
        <dsp:cNvSpPr/>
      </dsp:nvSpPr>
      <dsp:spPr>
        <a:xfrm>
          <a:off x="496568" y="2494756"/>
          <a:ext cx="6310391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Hybrid</a:t>
          </a:r>
        </a:p>
      </dsp:txBody>
      <dsp:txXfrm>
        <a:off x="496568" y="2494756"/>
        <a:ext cx="6310391" cy="712787"/>
      </dsp:txXfrm>
    </dsp:sp>
    <dsp:sp modelId="{A965097E-32F1-4AB8-8C4E-2814A7596B2F}">
      <dsp:nvSpPr>
        <dsp:cNvPr id="0" name=""/>
        <dsp:cNvSpPr/>
      </dsp:nvSpPr>
      <dsp:spPr>
        <a:xfrm>
          <a:off x="51076" y="2405658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1/22/2026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1/22/2026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9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UK Embedded Solar Generation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7CEBFF"/>
                </a:solidFill>
              </a:rPr>
              <a:t>Analysing</a:t>
            </a:r>
            <a:r>
              <a:rPr lang="en-US" dirty="0">
                <a:solidFill>
                  <a:srgbClr val="7CEBFF"/>
                </a:solidFill>
              </a:rPr>
              <a:t> and predicting UK Embedded Solar Generation By Grid Supply Point (GSP)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Tech Requirements</a:t>
            </a:r>
          </a:p>
        </p:txBody>
      </p:sp>
      <p:graphicFrame>
        <p:nvGraphicFramePr>
          <p:cNvPr id="4" name="Content Placeholder 3" descr="icon SmartArt graphic">
            <a:extLst>
              <a:ext uri="{FF2B5EF4-FFF2-40B4-BE49-F238E27FC236}">
                <a16:creationId xmlns:a16="http://schemas.microsoft.com/office/drawing/2014/main" id="{81E592E1-99DF-4294-A2E9-EF46299BD3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1187836"/>
              </p:ext>
            </p:extLst>
          </p:nvPr>
        </p:nvGraphicFramePr>
        <p:xfrm>
          <a:off x="642938" y="858445"/>
          <a:ext cx="10906125" cy="3961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2A768-B722-1719-7F39-B52F96C3F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anchor="b">
            <a:normAutofit/>
          </a:bodyPr>
          <a:lstStyle/>
          <a:p>
            <a:r>
              <a:rPr lang="en-GB" dirty="0"/>
              <a:t>Contents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C478C3F-C510-022E-B020-04FB611C7C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Table"/>
                  </p202:designTagLst>
                </p202:designPr>
              </p:ext>
            </p:extLst>
          </p:nvPr>
        </p:nvGraphicFramePr>
        <p:xfrm>
          <a:off x="581192" y="2245789"/>
          <a:ext cx="11029616" cy="3547718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978044">
                  <a:extLst>
                    <a:ext uri="{9D8B030D-6E8A-4147-A177-3AD203B41FA5}">
                      <a16:colId xmlns:a16="http://schemas.microsoft.com/office/drawing/2014/main" val="3444418601"/>
                    </a:ext>
                  </a:extLst>
                </a:gridCol>
                <a:gridCol w="2262893">
                  <a:extLst>
                    <a:ext uri="{9D8B030D-6E8A-4147-A177-3AD203B41FA5}">
                      <a16:colId xmlns:a16="http://schemas.microsoft.com/office/drawing/2014/main" val="2276748682"/>
                    </a:ext>
                  </a:extLst>
                </a:gridCol>
                <a:gridCol w="2262893">
                  <a:extLst>
                    <a:ext uri="{9D8B030D-6E8A-4147-A177-3AD203B41FA5}">
                      <a16:colId xmlns:a16="http://schemas.microsoft.com/office/drawing/2014/main" val="3470494090"/>
                    </a:ext>
                  </a:extLst>
                </a:gridCol>
                <a:gridCol w="2262893">
                  <a:extLst>
                    <a:ext uri="{9D8B030D-6E8A-4147-A177-3AD203B41FA5}">
                      <a16:colId xmlns:a16="http://schemas.microsoft.com/office/drawing/2014/main" val="514399436"/>
                    </a:ext>
                  </a:extLst>
                </a:gridCol>
                <a:gridCol w="2262893">
                  <a:extLst>
                    <a:ext uri="{9D8B030D-6E8A-4147-A177-3AD203B41FA5}">
                      <a16:colId xmlns:a16="http://schemas.microsoft.com/office/drawing/2014/main" val="567667159"/>
                    </a:ext>
                  </a:extLst>
                </a:gridCol>
              </a:tblGrid>
              <a:tr h="54534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600" b="1" cap="all" spc="150">
                        <a:solidFill>
                          <a:schemeClr val="tx1"/>
                        </a:solidFill>
                      </a:endParaRPr>
                    </a:p>
                  </a:txBody>
                  <a:tcPr marL="134837" marR="134837" marT="134837" marB="134837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all" spc="150">
                          <a:solidFill>
                            <a:schemeClr val="tx1"/>
                          </a:solidFill>
                        </a:rPr>
                        <a:t>Column Name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all" spc="150">
                          <a:solidFill>
                            <a:schemeClr val="tx1"/>
                          </a:solidFill>
                        </a:rPr>
                        <a:t>Column Name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all" spc="150">
                          <a:solidFill>
                            <a:schemeClr val="tx1"/>
                          </a:solidFill>
                        </a:rPr>
                        <a:t>Column Name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all" spc="150">
                          <a:solidFill>
                            <a:schemeClr val="tx1"/>
                          </a:solidFill>
                        </a:rPr>
                        <a:t>Column Name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7379730"/>
                  </a:ext>
                </a:extLst>
              </a:tr>
              <a:tr h="500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cap="none" spc="0">
                          <a:solidFill>
                            <a:schemeClr val="tx1"/>
                          </a:solidFill>
                        </a:rPr>
                        <a:t>Row Name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643011"/>
                  </a:ext>
                </a:extLst>
              </a:tr>
              <a:tr h="500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cap="none" spc="0">
                          <a:solidFill>
                            <a:schemeClr val="tx1"/>
                          </a:solidFill>
                        </a:rPr>
                        <a:t>Row Name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953791"/>
                  </a:ext>
                </a:extLst>
              </a:tr>
              <a:tr h="500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cap="none" spc="0">
                          <a:solidFill>
                            <a:schemeClr val="tx1"/>
                          </a:solidFill>
                        </a:rPr>
                        <a:t>Row Name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500406"/>
                  </a:ext>
                </a:extLst>
              </a:tr>
              <a:tr h="500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cap="none" spc="0">
                          <a:solidFill>
                            <a:schemeClr val="tx1"/>
                          </a:solidFill>
                        </a:rPr>
                        <a:t>Row Name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3822387"/>
                  </a:ext>
                </a:extLst>
              </a:tr>
              <a:tr h="500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cap="none" spc="0">
                          <a:solidFill>
                            <a:schemeClr val="tx1"/>
                          </a:solidFill>
                        </a:rPr>
                        <a:t>Row Name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0286432"/>
                  </a:ext>
                </a:extLst>
              </a:tr>
              <a:tr h="500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cap="none" spc="0">
                          <a:solidFill>
                            <a:schemeClr val="tx1"/>
                          </a:solidFill>
                        </a:rPr>
                        <a:t>Row Name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4837" marR="134837" marT="134837" marB="1348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0137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366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National Energy System Operator (NESO)</a:t>
            </a:r>
          </a:p>
        </p:txBody>
      </p:sp>
      <p:pic>
        <p:nvPicPr>
          <p:cNvPr id="11" name="Content Placeholder 4" descr="Charts">
            <a:extLst>
              <a:ext uri="{FF2B5EF4-FFF2-40B4-BE49-F238E27FC236}">
                <a16:creationId xmlns:a16="http://schemas.microsoft.com/office/drawing/2014/main" id="{47D9BE16-119C-43B2-9AE6-18C4A150C0E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581025" y="2231480"/>
            <a:ext cx="5422900" cy="3625353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D40DA3-0D3E-79D3-D576-A6C9ECFD404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NESO </a:t>
            </a:r>
            <a:r>
              <a:rPr lang="en-GB" dirty="0"/>
              <a:t>(National Energy System Operator) is the independent public body responsible for:</a:t>
            </a:r>
          </a:p>
          <a:p>
            <a:r>
              <a:rPr lang="en-GB" dirty="0"/>
              <a:t>keeping the lights on in Great Britain. Created from the former National Grid ESO in 2026,</a:t>
            </a:r>
          </a:p>
          <a:p>
            <a:r>
              <a:rPr lang="en-GB" dirty="0"/>
              <a:t>NESO’ core job is to match supply and demand on the national electricity grid, second by second and keep frequency at 50 Hz.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CC029-DBEE-AA0E-9D2A-B8B4AFE7F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6900E-FA15-875A-2187-A912860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National Energy System Operator (NESO) - Challenges</a:t>
            </a:r>
          </a:p>
        </p:txBody>
      </p:sp>
      <p:pic>
        <p:nvPicPr>
          <p:cNvPr id="11" name="Content Placeholder 4" descr="Charts">
            <a:extLst>
              <a:ext uri="{FF2B5EF4-FFF2-40B4-BE49-F238E27FC236}">
                <a16:creationId xmlns:a16="http://schemas.microsoft.com/office/drawing/2014/main" id="{D034B3FA-67E1-132F-3EAA-40E20D39123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581025" y="2231480"/>
            <a:ext cx="5422900" cy="3625353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75DCA-E802-F6F6-D864-6B33A660B5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Rooftop solar panels and batteries mean power can now flow </a:t>
            </a:r>
            <a:r>
              <a:rPr lang="en-GB" i="1" dirty="0"/>
              <a:t>upward</a:t>
            </a:r>
            <a:r>
              <a:rPr lang="en-GB" dirty="0"/>
              <a:t>—from a home’s solar array back into the distribution network, and sometimes into the transmission grid. This complicates balancing in two ways: </a:t>
            </a:r>
          </a:p>
          <a:p>
            <a:r>
              <a:rPr lang="en-GB" dirty="0"/>
              <a:t>the system operator must now coordinate not just a few hundred large generators but,</a:t>
            </a:r>
          </a:p>
          <a:p>
            <a:r>
              <a:rPr lang="en-GB" dirty="0"/>
              <a:t>potentially millions of small distributed sources, and crucially, NESO cannot directly see most behind-the-meter generation, making demand forecasting significantly harder.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2659540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Content Placeholder 4" descr="Digital Numbers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Digital Communications</a:t>
            </a:r>
          </a:p>
        </p:txBody>
      </p:sp>
      <p:graphicFrame>
        <p:nvGraphicFramePr>
          <p:cNvPr id="6" name="Content Placeholder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1337641"/>
              </p:ext>
            </p:extLst>
          </p:nvPr>
        </p:nvGraphicFramePr>
        <p:xfrm>
          <a:off x="719571" y="2198254"/>
          <a:ext cx="6854248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someone@example.com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11</TotalTime>
  <Words>236</Words>
  <Application>Microsoft Office PowerPoint</Application>
  <PresentationFormat>Widescreen</PresentationFormat>
  <Paragraphs>59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Gill Sans MT</vt:lpstr>
      <vt:lpstr>Wingdings 2</vt:lpstr>
      <vt:lpstr>Custom</vt:lpstr>
      <vt:lpstr>UK Embedded Solar Generation</vt:lpstr>
      <vt:lpstr>Tech Requirements</vt:lpstr>
      <vt:lpstr>Contents</vt:lpstr>
      <vt:lpstr>National Energy System Operator (NESO)</vt:lpstr>
      <vt:lpstr>National Energy System Operator (NESO) - Challenges</vt:lpstr>
      <vt:lpstr>Digital Communications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Forrest</dc:creator>
  <cp:lastModifiedBy>Sam Forrest</cp:lastModifiedBy>
  <cp:revision>2</cp:revision>
  <dcterms:created xsi:type="dcterms:W3CDTF">2026-01-22T10:35:34Z</dcterms:created>
  <dcterms:modified xsi:type="dcterms:W3CDTF">2026-01-22T10:46:55Z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